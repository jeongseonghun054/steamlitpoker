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645920"/>
            <a:ext cx="137160" cy="3474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10058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0"/>
              </a:spcAft>
              <a:defRPr sz="1200" b="1">
                <a:solidFill>
                  <a:srgbClr val="14B8A6"/>
                </a:solidFill>
                <a:latin typeface="Arial"/>
              </a:defRPr>
            </a:pPr>
            <a:r>
              <a:t>DATA ANALYTICS &amp; DECISION PORTFOLIO</a:t>
            </a:r>
          </a:p>
          <a:p>
            <a:pPr>
              <a:spcAft>
                <a:spcPts val="1400"/>
              </a:spcAft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비정형 iGaming 로그 분석을 통한</a:t>
            </a:r>
            <a:br/>
            <a:r>
              <a:t>플레이어 성향 분류 및 의사결정 시뮬레이터 구축</a:t>
            </a:r>
          </a:p>
          <a:p>
            <a:pPr>
              <a:spcAft>
                <a:spcPts val="4000"/>
              </a:spcAft>
              <a:defRPr sz="1800">
                <a:solidFill>
                  <a:srgbClr val="94A3B8"/>
                </a:solidFill>
                <a:latin typeface="Malgun Gothic"/>
              </a:defRPr>
            </a:pPr>
            <a:r>
              <a:t>비정형 데이터 파이프라인(ETL)부터 통계 분석, 머신러닝, 실시간 대시보드 웹 배포까지</a:t>
            </a:r>
          </a:p>
          <a:p>
            <a:pPr>
              <a:defRPr sz="1300" b="1">
                <a:solidFill>
                  <a:srgbClr val="3B82F6"/>
                </a:solidFill>
                <a:latin typeface="Malgun Gothic"/>
              </a:defRPr>
            </a:pPr>
            <a:r>
              <a:t>SK Planet 데이터 직무 PT 면접 발표자료 (5~10분 분량)</a:t>
            </a:r>
            <a:br/>
            <a:r>
              <a:t>발표자: 지원자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BACKGROUND &amp;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01. 프로젝트 배경 및 비즈니스 목적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4B8A6"/>
                </a:solidFill>
                <a:latin typeface="Malgun Gothic"/>
              </a:defRPr>
            </a:pPr>
            <a:r>
              <a:t>비즈니스 배경 (Business Context)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iGaming/포커 플랫폼의 최우선 과제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고객 리텐션(Retention) 극대화 및 유저 파산/이탈 방어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올바른 플레이 가이드를 제시하지 못할 경우 유저 이탈로 직결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데이터 분석의 요구 사항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플레이어의 행동 로그에서 플레이 스타일 지표를 수학적으로 도출</a:t>
            </a:r>
          </a:p>
          <a:p>
            <a:pPr>
              <a:spcAft>
                <a:spcPts val="8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  - 플레이 성향 지표와 수익성(Chips Won) 간의 통계적 인과관계 증명 필요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이를 통해 개인 맞춤형 피드백 및 의사결정 보조 시스템의 정당성 확보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920240"/>
            <a:ext cx="45720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4B8A6"/>
                </a:solidFill>
                <a:latin typeface="Malgun Gothic"/>
              </a:defRPr>
            </a:pPr>
            <a:r>
              <a:t>핵심 분석 및 해결 목적 (Core Objectives)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1단계: 비정형 데이터의 구조화 및 파이프라인 수립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비형식적인 텍스트 로그 데이터를 관계형 DB 스키마로 가공 적재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2단계: 통계 분석 및 머신러닝 모델링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진입 전략에 따른 수익 차이 T-검정 및 플레이 성향별 군집 정의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유저 지표 기준 흑자/적자 분류 성능 80% 이상 확보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3단계: 분석 결과의 플랫폼 서비스화 (Streamlit)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분석 결과물인 시뮬레이터를 대화형 플랫폼으로 배포하여 유저가 스스로 플레이 전략 변경 시의 미래 자산 추이를 모의실험하도록 유도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DATA &amp; ETL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02. 비정형 로그 정제 및 데이터 파이프라인 구축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4B8A6"/>
                </a:solidFill>
                <a:latin typeface="Malgun Gothic"/>
              </a:defRPr>
            </a:pPr>
            <a:r>
              <a:t>활용 데이터 스펙 (Data Specification)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원천 데이터 세트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- 140개 비정형 텍스트 로그 파일 (Hand History)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포커 테이블 내 모든 실시간 이벤트를 시간순으로 기록한 로우 로그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데이터 볼륨</a:t>
            </a:r>
          </a:p>
          <a:p>
            <a:pPr>
              <a:spcAft>
                <a:spcPts val="8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  - 총 7,993개 핸드 (Games), 932명 플레이어 데이터</a:t>
            </a:r>
          </a:p>
          <a:p>
            <a:pPr>
              <a:spcAft>
                <a:spcPts val="8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  - 10만 행 이상의 플레이어별 상세 액션 로그 분석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  (Pre-flop, Flop, Turn, River 단계별 Bet, Call, Raise, Fold)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핵심 챌린지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비형식적인 문자열 데이터에서 데이터 일관성을 해치지 않고 플레이어 포지션, 배팅 칩스, 액션 흐름을 누락 없이 파싱하는 프로세스 설계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920240"/>
            <a:ext cx="45720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4B8A6"/>
                </a:solidFill>
                <a:latin typeface="Malgun Gothic"/>
              </a:defRPr>
            </a:pPr>
            <a:r>
              <a:t>본인이 수행한 핵심 역할 (Role &amp; Contribution)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1. Regex 기반 고속 파서 자체 설계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Python 정규표현식(Regex)을 복합 활용하여 비정형 포커 액션 데이터를 시간 단위, 플레이어 단위로 완벽 분리 및 추출 성공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2. Star Schema 데이터 웨어하우스 모델링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분석 쿼리 성능과 일관성을 높이기 위해 다차원 스타 스키마 설계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Fact Table: `hands`, `actions` (게임 결과 및 배팅 내역)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Dimension Table: `players`, `tournaments` (유저 및 토너먼트 유형 정보)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3. DB 마이그레이션 호환성 레이어 구축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SQLite 파일 DB와 PostgreSQL 엔터프라이즈 RDBMS의 접속을 동적 매핑하여 단일 환경 변수 설정으로 ETL 적재 스위칭 가능하도록 설계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STATISTICS &amp;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03. 통계적 가설 검정 및 머신러닝 분석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28346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4B8A6"/>
                </a:solidFill>
                <a:latin typeface="Malgun Gothic"/>
              </a:defRPr>
            </a:pPr>
            <a:r>
              <a:t>도메인 KPI 계산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핵심 지표 SQL 마트 구축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VPIP(자발적 참여율)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PFR(선제공격률)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AF(포스트플랍 공격성)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Win Rate(최종 승률)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윈도우/집계 함수 최적화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- 932명 유저에 대한 지표를 중첩 스캔 없이 고속 산출하는 SQL 로직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1920240"/>
            <a:ext cx="28346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4B8A6"/>
                </a:solidFill>
                <a:latin typeface="Malgun Gothic"/>
              </a:defRPr>
            </a:pPr>
            <a:r>
              <a:t>통계적 가설 검정 (A/B Test)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가설 정의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프리미엄 카드 보유 시 선공(A)과 단순 콜(B) 진입의 칩 획득량 차이 검증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800"/>
              </a:spcAft>
              <a:defRPr sz="1300" b="1">
                <a:solidFill>
                  <a:srgbClr val="3B82F6"/>
                </a:solidFill>
                <a:latin typeface="Malgun Gothic"/>
              </a:defRPr>
            </a:pPr>
            <a:r>
              <a:t>■ 분석 기법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독립표본 T-검정 수행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검정 결과 및 진단</a:t>
            </a:r>
          </a:p>
          <a:p>
            <a:pPr>
              <a:spcAft>
                <a:spcPts val="8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  - p-value = 0.6372로 가설 기각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귀무가설 수용 원인 규명: 수동적 콜 진입 집합(대조군)의 모수가 극소수여서 통계적 검정력이 부족했음을 정밀 진단함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20240"/>
            <a:ext cx="28346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4B8A6"/>
                </a:solidFill>
                <a:latin typeface="Malgun Gothic"/>
              </a:defRPr>
            </a:pPr>
            <a:r>
              <a:t>머신러닝 모델링 (ML)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K-Means 군집 분석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VPIP, PFR 지표를 표준화하여 엘보우 기법 적용</a:t>
            </a:r>
          </a:p>
          <a:p>
            <a:pPr>
              <a:spcAft>
                <a:spcPts val="8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  - 유저들을 4대 플레이 성향 코호트군으로 명확히 군집화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Random Forest 예측 모델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KPI 피처 기반 유저 흑자 여부 예측 Classifier 학습</a:t>
            </a:r>
          </a:p>
          <a:p>
            <a:pPr>
              <a:spcAft>
                <a:spcPts val="8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  - 모델 성능: Accuracy 84%, ROC-AUC 0.91 달성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PLATFORM SERVICE &amp; SIMULATOR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04. 분석 결과의 서비스화: Streamlit 시뮬레이터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4B8A6"/>
                </a:solidFill>
                <a:latin typeface="Malgun Gothic"/>
              </a:defRPr>
            </a:pPr>
            <a:r>
              <a:t>플랫폼 아키텍처 및 대시보드 구축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Tableau 스타일 다차원 글로벌 필터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사이드바에서 토너먼트 종류, BB 슬라이더, 플레이어 포지션을 조절하면 실시간으로 연동된 SQL 쿼리가 파라미터 바인딩을 통해 전체 분석 차트를 즉시 동적 렌더링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오픈 웹 상용화 배포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Streamlit Cloud 서비스를 이용해 외부에서도 포트폴리오를 조회하고 검증할 수 있도록 완전 공개 배포 완료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반응형 CSS 및 다국어(한국어/영어) 전환 라우팅을 구축하여 글로벌 유저 대응 역량 확보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920240"/>
            <a:ext cx="45720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4B8A6"/>
                </a:solidFill>
                <a:latin typeface="Malgun Gothic"/>
              </a:defRPr>
            </a:pPr>
            <a:r>
              <a:t>플레이 스타일 시뮬레이션 기능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1. 실시간 ETL 적재 시뮬레이션 데모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유저가 로그 업로드 시 파일 파싱과 DB 적재 상황을 진행바로 시각화하며 Hero의 수익 곡선 실시간 렌더링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2. 플레이 스타일 샌드박스 플레이그라운드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유저가 VPIP, PFR, AF 슬라이더를 조정하여 플레이 패턴 설정 시 군집 성향 판정</a:t>
            </a:r>
          </a:p>
          <a:p>
            <a:pPr>
              <a:spcAft>
                <a:spcPts val="8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  - DB 내 가장 유사한 실제 유저 3명을 매칭하고 이들의 30세션 누적 자산 추이 시계열 그래프를 대조하여, '지표 개선 시 자산 파산(이탈) 확률 방어 여부'를 모의 실험 가능하게 구현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SUCCESS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05. 성과 및 향후 개선점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4B8A6"/>
                </a:solidFill>
                <a:latin typeface="Malgun Gothic"/>
              </a:defRPr>
            </a:pPr>
            <a:r>
              <a:t>분석 과정에서 잘된 점 (Successes)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1. 비정형 로그의 관계형 정형화 성공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의미 파악이 어렵던 텍스트 게임 이벤트를 Fact/Dimension 개념의 스타 스키마로 설계하여 다차원 글로벌 분석 쿼리 응답 성능 극대화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2. 통계와 머신러닝의 유기적 융합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단순 시각화를 넘어 귀무가설 검정을 통한 원인 진단, K-Means 성향 군집 분류, RF 예측으로 분석의 깊이 확보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3. 분석 결과의 MaaS화 (Service화)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정적 PDF/PPT 분석 보고서에 그치지 않고, 사용자가 직접 수치를 변경해보고 매칭 예측을 해보는 시뮬레이터 플랫폼을 제공하여 실질적 행동 개선 의사결정에 기여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920240"/>
            <a:ext cx="45720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4B8A6"/>
                </a:solidFill>
                <a:latin typeface="Malgun Gothic"/>
              </a:defRPr>
            </a:pPr>
            <a:r>
              <a:t>개선 필요 사항 및 향후 고도화 로드맵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1. 통계적 표본 불균형 보완 전략 수립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A/B 테스트에서 기각 원인이 된 대조군 표본 수 부족 해결</a:t>
            </a:r>
          </a:p>
          <a:p>
            <a:pPr>
              <a:spcAft>
                <a:spcPts val="8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  - *대안*: 성향점수 매칭(PSM) 기법을 통한 통제군 형성 및 부트스트랩(Bootstrap) 리샘플링을 통한 신뢰구간 복원 적용 계획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■ 2. 대규모 로그 스트리밍을 위한 확장형 파이프라인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- 단일 RDBMS의 동시성 락 및 용량 병목 극복</a:t>
            </a:r>
          </a:p>
          <a:p>
            <a:pPr>
              <a:spcAft>
                <a:spcPts val="80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  - *대안*: 실시간 수집을 위한 Apache Kafka 큐 및 실시간 처리를 위한 Apache Spark 분산 파이프라인 설계, 클라우드 DW(BigQuery)로의 적재 이전 로드맵 구상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